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pPr/>
              <a:t>12/2/2025</a:t>
            </a:fld>
            <a:endParaRPr lang="en-US" sz="14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699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39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101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127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305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316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020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915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867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162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1893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57625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2170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899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232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072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73C3BD54-29B9-3D42-B178-776ED395AA85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83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C3BD54-29B9-3D42-B178-776ED395AA85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3898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51029-E6EB-A64D-724F-4F2CBAFE2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221" y="2783981"/>
            <a:ext cx="3883490" cy="1197298"/>
          </a:xfrm>
        </p:spPr>
        <p:txBody>
          <a:bodyPr>
            <a:normAutofit/>
          </a:bodyPr>
          <a:lstStyle/>
          <a:p>
            <a:r>
              <a:rPr lang="en-US" sz="6600" dirty="0" err="1"/>
              <a:t>PetPoint</a:t>
            </a:r>
            <a:endParaRPr lang="en-US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F4353-96ED-7D8B-0E3E-1FE9A152C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650" y="4379076"/>
            <a:ext cx="4348632" cy="15685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A simple way for small grooming businesses to stay organized.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One appointment at a time</a:t>
            </a:r>
          </a:p>
          <a:p>
            <a:pPr>
              <a:lnSpc>
                <a:spcPct val="90000"/>
              </a:lnSpc>
            </a:pPr>
            <a:endParaRPr lang="en-US" sz="1500" dirty="0"/>
          </a:p>
          <a:p>
            <a:pPr>
              <a:lnSpc>
                <a:spcPct val="90000"/>
              </a:lnSpc>
            </a:pPr>
            <a:endParaRPr lang="en-US" sz="1500" dirty="0"/>
          </a:p>
          <a:p>
            <a:pPr>
              <a:lnSpc>
                <a:spcPct val="90000"/>
              </a:lnSpc>
            </a:pPr>
            <a:endParaRPr lang="en-US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D78474-3604-DB80-F28F-11DBB540D007}"/>
              </a:ext>
            </a:extLst>
          </p:cNvPr>
          <p:cNvSpPr txBox="1"/>
          <p:nvPr/>
        </p:nvSpPr>
        <p:spPr>
          <a:xfrm>
            <a:off x="7053944" y="4331788"/>
            <a:ext cx="52469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PetPoint</a:t>
            </a:r>
            <a:r>
              <a:rPr lang="en-US" dirty="0"/>
              <a:t> is a Python-based appointment management tool designed for small pet grooming businesses.</a:t>
            </a:r>
            <a:br>
              <a:rPr lang="en-US" dirty="0"/>
            </a:br>
            <a:r>
              <a:rPr lang="en-US" dirty="0"/>
              <a:t>The app simplifies scheduling by allowing users to create, view, and search appointments for pets and their owners.</a:t>
            </a:r>
          </a:p>
          <a:p>
            <a:endParaRPr lang="en-US" dirty="0"/>
          </a:p>
          <a:p>
            <a:r>
              <a:rPr lang="en-US" dirty="0"/>
              <a:t>https://github.com/ksu-is/PetPoint</a:t>
            </a:r>
          </a:p>
          <a:p>
            <a:endParaRPr lang="en-US" dirty="0"/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0958E12-F49B-FD2B-C7C0-5F08884A0A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945" y="90825"/>
            <a:ext cx="5143998" cy="239522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Graphic 10" descr="Puppy with solid fill">
            <a:extLst>
              <a:ext uri="{FF2B5EF4-FFF2-40B4-BE49-F238E27FC236}">
                <a16:creationId xmlns:a16="http://schemas.microsoft.com/office/drawing/2014/main" id="{F9744387-B2C5-1B6F-A244-516C2BFCD5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19223" y="2888151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20BF682-0FFF-F9DC-D606-E06FC7636FAE}"/>
              </a:ext>
            </a:extLst>
          </p:cNvPr>
          <p:cNvSpPr txBox="1"/>
          <p:nvPr/>
        </p:nvSpPr>
        <p:spPr>
          <a:xfrm>
            <a:off x="546735" y="5624450"/>
            <a:ext cx="3057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member: Angela Garcia </a:t>
            </a:r>
          </a:p>
        </p:txBody>
      </p:sp>
      <p:pic>
        <p:nvPicPr>
          <p:cNvPr id="17" name="Picture 16" descr="Two dogs snuggling under a blanket, with just noses sticking out">
            <a:extLst>
              <a:ext uri="{FF2B5EF4-FFF2-40B4-BE49-F238E27FC236}">
                <a16:creationId xmlns:a16="http://schemas.microsoft.com/office/drawing/2014/main" id="{4DA1B863-C4FB-AC66-51D8-360C475BA8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221" y="130983"/>
            <a:ext cx="4116061" cy="235507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83610175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290</TotalTime>
  <Words>67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Trebuchet MS</vt:lpstr>
      <vt:lpstr>Berlin</vt:lpstr>
      <vt:lpstr>PetPoint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Goodwin Jr</dc:creator>
  <cp:lastModifiedBy>Kevin Goodwin Jr</cp:lastModifiedBy>
  <cp:revision>1</cp:revision>
  <dcterms:created xsi:type="dcterms:W3CDTF">2025-12-02T19:01:53Z</dcterms:created>
  <dcterms:modified xsi:type="dcterms:W3CDTF">2025-12-02T23:52:21Z</dcterms:modified>
</cp:coreProperties>
</file>